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rawing1.xml" ContentType="application/vnd.ms-office.drawingml.diagramDrawing+xml"/>
  <Override PartName="/ppt/diagrams/data1.xml" ContentType="application/vnd.openxmlformats-officedocument.drawingml.diagramData+xml"/>
  <Override PartName="/ppt/diagrams/colors1.xml" ContentType="application/vnd.openxmlformats-officedocument.drawingml.diagramColors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E39E26-4498-4D66-9ACE-D147A05BBA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90F178-2207-4E77-941A-BA9290FC9135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Проектирование</a:t>
          </a:r>
        </a:p>
      </dgm:t>
    </dgm:pt>
    <dgm:pt modelId="{12FB196E-507C-44AD-8284-AD02ABE0B653}" type="parTrans" cxnId="{F05B04D2-90FB-44BD-88C1-FFE04BA6D884}">
      <dgm:prSet/>
      <dgm:spPr/>
      <dgm:t>
        <a:bodyPr/>
        <a:lstStyle/>
        <a:p>
          <a:endParaRPr lang="ru-RU"/>
        </a:p>
      </dgm:t>
    </dgm:pt>
    <dgm:pt modelId="{2F05576B-D3E1-4CA2-BA6A-56121E80F8BA}" type="sibTrans" cxnId="{F05B04D2-90FB-44BD-88C1-FFE04BA6D884}">
      <dgm:prSet/>
      <dgm:spPr/>
      <dgm:t>
        <a:bodyPr/>
        <a:lstStyle/>
        <a:p>
          <a:endParaRPr lang="ru-RU"/>
        </a:p>
      </dgm:t>
    </dgm:pt>
    <dgm:pt modelId="{CBB83EAD-CF02-4DB1-9C37-A8A0F2124D78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Backend </a:t>
          </a:r>
          <a:r>
            <a:rPr lang="ru-RU" dirty="0"/>
            <a:t>разработка</a:t>
          </a:r>
        </a:p>
      </dgm:t>
    </dgm:pt>
    <dgm:pt modelId="{2351BF96-9D81-46F0-8819-2CD9C3FF03C4}" type="parTrans" cxnId="{4728576A-7E06-499D-9109-D62DCF83189F}">
      <dgm:prSet/>
      <dgm:spPr/>
      <dgm:t>
        <a:bodyPr/>
        <a:lstStyle/>
        <a:p>
          <a:endParaRPr lang="ru-RU"/>
        </a:p>
      </dgm:t>
    </dgm:pt>
    <dgm:pt modelId="{16069F65-4515-4EA8-8EAC-2B651BA33EE1}" type="sibTrans" cxnId="{4728576A-7E06-499D-9109-D62DCF83189F}">
      <dgm:prSet/>
      <dgm:spPr/>
      <dgm:t>
        <a:bodyPr/>
        <a:lstStyle/>
        <a:p>
          <a:endParaRPr lang="ru-RU"/>
        </a:p>
      </dgm:t>
    </dgm:pt>
    <dgm:pt modelId="{DC2E4A70-4962-4810-AEB2-610360114E91}">
      <dgm:prSet phldrT="[Текст]"/>
      <dgm:spPr/>
      <dgm:t>
        <a:bodyPr/>
        <a:lstStyle/>
        <a:p>
          <a:r>
            <a:rPr lang="ru-RU" dirty="0"/>
            <a:t>Реализация и настройка </a:t>
          </a:r>
          <a:r>
            <a:rPr lang="en-US" dirty="0"/>
            <a:t>flask-</a:t>
          </a:r>
          <a:r>
            <a:rPr lang="ru-RU" dirty="0"/>
            <a:t>приложения</a:t>
          </a:r>
        </a:p>
      </dgm:t>
    </dgm:pt>
    <dgm:pt modelId="{D5515433-54A7-4AE0-89B0-DE14EBCD393D}" type="parTrans" cxnId="{23596AF7-C408-45DC-9FEB-60E73E9BF08B}">
      <dgm:prSet/>
      <dgm:spPr/>
      <dgm:t>
        <a:bodyPr/>
        <a:lstStyle/>
        <a:p>
          <a:endParaRPr lang="ru-RU"/>
        </a:p>
      </dgm:t>
    </dgm:pt>
    <dgm:pt modelId="{CBE252F0-BDF2-4652-B4A5-E8E0A5BDCD9E}" type="sibTrans" cxnId="{23596AF7-C408-45DC-9FEB-60E73E9BF08B}">
      <dgm:prSet/>
      <dgm:spPr/>
      <dgm:t>
        <a:bodyPr/>
        <a:lstStyle/>
        <a:p>
          <a:endParaRPr lang="ru-RU"/>
        </a:p>
      </dgm:t>
    </dgm:pt>
    <dgm:pt modelId="{A95449E9-8760-4361-9459-04FCEEB1A875}">
      <dgm:prSet phldrT="[Текст]"/>
      <dgm:spPr/>
      <dgm:t>
        <a:bodyPr/>
        <a:lstStyle/>
        <a:p>
          <a:r>
            <a:rPr lang="ru-RU" dirty="0"/>
            <a:t>Создание архитектуры</a:t>
          </a:r>
        </a:p>
      </dgm:t>
    </dgm:pt>
    <dgm:pt modelId="{B87F7129-0E54-4198-B056-928BF7D0CB40}" type="parTrans" cxnId="{711C5AB1-BA62-4BB3-BD2D-40334E8E440D}">
      <dgm:prSet/>
      <dgm:spPr/>
      <dgm:t>
        <a:bodyPr/>
        <a:lstStyle/>
        <a:p>
          <a:endParaRPr lang="ru-RU"/>
        </a:p>
      </dgm:t>
    </dgm:pt>
    <dgm:pt modelId="{E73B632B-BB4E-4E02-AE00-DB675980FDF7}" type="sibTrans" cxnId="{711C5AB1-BA62-4BB3-BD2D-40334E8E440D}">
      <dgm:prSet/>
      <dgm:spPr/>
      <dgm:t>
        <a:bodyPr/>
        <a:lstStyle/>
        <a:p>
          <a:endParaRPr lang="ru-RU"/>
        </a:p>
      </dgm:t>
    </dgm:pt>
    <dgm:pt modelId="{DC3D0DD9-E455-435C-89FB-A6541E2D47E9}">
      <dgm:prSet phldrT="[Текст]"/>
      <dgm:spPr/>
      <dgm:t>
        <a:bodyPr/>
        <a:lstStyle/>
        <a:p>
          <a:r>
            <a:rPr lang="ru-RU" dirty="0"/>
            <a:t>Реализация основы бота</a:t>
          </a:r>
        </a:p>
      </dgm:t>
    </dgm:pt>
    <dgm:pt modelId="{966C5567-0020-44F7-97C2-1A6179375B6B}" type="parTrans" cxnId="{A976C9AA-36FB-4AB0-94C7-93EE90CD7D2D}">
      <dgm:prSet/>
      <dgm:spPr/>
      <dgm:t>
        <a:bodyPr/>
        <a:lstStyle/>
        <a:p>
          <a:endParaRPr lang="ru-RU"/>
        </a:p>
      </dgm:t>
    </dgm:pt>
    <dgm:pt modelId="{D659FEC6-6DA6-4008-8F8D-8F19E98A91CF}" type="sibTrans" cxnId="{A976C9AA-36FB-4AB0-94C7-93EE90CD7D2D}">
      <dgm:prSet/>
      <dgm:spPr/>
      <dgm:t>
        <a:bodyPr/>
        <a:lstStyle/>
        <a:p>
          <a:endParaRPr lang="ru-RU"/>
        </a:p>
      </dgm:t>
    </dgm:pt>
    <dgm:pt modelId="{177A6A29-B5CF-45FB-9989-8C6BC6E3368A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Frontend </a:t>
          </a:r>
          <a:r>
            <a:rPr lang="ru-RU" dirty="0"/>
            <a:t>разработка</a:t>
          </a:r>
        </a:p>
      </dgm:t>
    </dgm:pt>
    <dgm:pt modelId="{163D27F8-1867-4A18-9370-7F5A5E62C16D}" type="parTrans" cxnId="{B18C44B3-53EC-4A69-8008-DAA1C99E4F43}">
      <dgm:prSet/>
      <dgm:spPr/>
      <dgm:t>
        <a:bodyPr/>
        <a:lstStyle/>
        <a:p>
          <a:endParaRPr lang="ru-RU"/>
        </a:p>
      </dgm:t>
    </dgm:pt>
    <dgm:pt modelId="{AF36CDCC-EA78-4FC4-BF42-6847A696C3B7}" type="sibTrans" cxnId="{B18C44B3-53EC-4A69-8008-DAA1C99E4F43}">
      <dgm:prSet/>
      <dgm:spPr/>
      <dgm:t>
        <a:bodyPr/>
        <a:lstStyle/>
        <a:p>
          <a:endParaRPr lang="ru-RU"/>
        </a:p>
      </dgm:t>
    </dgm:pt>
    <dgm:pt modelId="{7F3C21C0-0039-407A-8293-B92BBA6F369E}">
      <dgm:prSet phldrT="[Текст]"/>
      <dgm:spPr/>
      <dgm:t>
        <a:bodyPr/>
        <a:lstStyle/>
        <a:p>
          <a:r>
            <a:rPr lang="ru-RU" dirty="0"/>
            <a:t>Создание </a:t>
          </a:r>
          <a:r>
            <a:rPr lang="en-US" dirty="0"/>
            <a:t>HTML </a:t>
          </a:r>
          <a:r>
            <a:rPr lang="ru-RU" dirty="0"/>
            <a:t>шаблонов</a:t>
          </a:r>
        </a:p>
      </dgm:t>
    </dgm:pt>
    <dgm:pt modelId="{F9224E6B-E96C-47C1-8AC6-BC54B4398425}" type="parTrans" cxnId="{CDFEA63F-2876-4610-86FB-3A6E692FCED2}">
      <dgm:prSet/>
      <dgm:spPr/>
      <dgm:t>
        <a:bodyPr/>
        <a:lstStyle/>
        <a:p>
          <a:endParaRPr lang="ru-RU"/>
        </a:p>
      </dgm:t>
    </dgm:pt>
    <dgm:pt modelId="{2DA181AA-1401-41FA-91F4-13B664F31F3B}" type="sibTrans" cxnId="{CDFEA63F-2876-4610-86FB-3A6E692FCED2}">
      <dgm:prSet/>
      <dgm:spPr/>
      <dgm:t>
        <a:bodyPr/>
        <a:lstStyle/>
        <a:p>
          <a:endParaRPr lang="ru-RU"/>
        </a:p>
      </dgm:t>
    </dgm:pt>
    <dgm:pt modelId="{D2DBF182-73DE-4890-990C-47A7E2DD3D1C}">
      <dgm:prSet phldrT="[Текст]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/>
            <a:t>Создание </a:t>
          </a:r>
          <a:r>
            <a:rPr lang="en-US" dirty="0"/>
            <a:t>Telegram</a:t>
          </a:r>
          <a:r>
            <a:rPr lang="ru-RU" dirty="0"/>
            <a:t>-бота</a:t>
          </a:r>
        </a:p>
      </dgm:t>
    </dgm:pt>
    <dgm:pt modelId="{2D6ABC2F-289E-470F-950D-D6FAFBB615C7}" type="parTrans" cxnId="{6A25BAB3-B8F3-46DC-AFAA-FF5AECACB4E9}">
      <dgm:prSet/>
      <dgm:spPr/>
      <dgm:t>
        <a:bodyPr/>
        <a:lstStyle/>
        <a:p>
          <a:endParaRPr lang="ru-RU"/>
        </a:p>
      </dgm:t>
    </dgm:pt>
    <dgm:pt modelId="{B1DB4936-DDBB-4CB4-8995-1700BA9A0629}" type="sibTrans" cxnId="{6A25BAB3-B8F3-46DC-AFAA-FF5AECACB4E9}">
      <dgm:prSet/>
      <dgm:spPr/>
      <dgm:t>
        <a:bodyPr/>
        <a:lstStyle/>
        <a:p>
          <a:endParaRPr lang="ru-RU"/>
        </a:p>
      </dgm:t>
    </dgm:pt>
    <dgm:pt modelId="{EE7CA6B5-C50F-401F-953E-C9C5E4AC03EA}">
      <dgm:prSet phldrT="[Текст]"/>
      <dgm:spPr/>
      <dgm:t>
        <a:bodyPr/>
        <a:lstStyle/>
        <a:p>
          <a:r>
            <a:rPr lang="ru-RU" dirty="0"/>
            <a:t>Создание моделей данных</a:t>
          </a:r>
        </a:p>
      </dgm:t>
    </dgm:pt>
    <dgm:pt modelId="{44069ECB-1EF0-494E-9F95-832FE84505E9}" type="parTrans" cxnId="{B8E91CC3-2075-4B10-A8A8-3ED51828AAC5}">
      <dgm:prSet/>
      <dgm:spPr/>
      <dgm:t>
        <a:bodyPr/>
        <a:lstStyle/>
        <a:p>
          <a:endParaRPr lang="ru-RU"/>
        </a:p>
      </dgm:t>
    </dgm:pt>
    <dgm:pt modelId="{27B9AEC0-C063-45FB-9DD3-61621AE572CE}" type="sibTrans" cxnId="{B8E91CC3-2075-4B10-A8A8-3ED51828AAC5}">
      <dgm:prSet/>
      <dgm:spPr/>
      <dgm:t>
        <a:bodyPr/>
        <a:lstStyle/>
        <a:p>
          <a:endParaRPr lang="ru-RU"/>
        </a:p>
      </dgm:t>
    </dgm:pt>
    <dgm:pt modelId="{90F47B81-59E8-4CFC-A644-3F6948FB51A4}">
      <dgm:prSet phldrT="[Текст]"/>
      <dgm:spPr/>
      <dgm:t>
        <a:bodyPr/>
        <a:lstStyle/>
        <a:p>
          <a:r>
            <a:rPr lang="ru-RU" dirty="0"/>
            <a:t>Реализация форм записи и редактирования профиля</a:t>
          </a:r>
        </a:p>
      </dgm:t>
    </dgm:pt>
    <dgm:pt modelId="{EEF64EEF-3BA0-40CE-A9C3-4A361941A090}" type="parTrans" cxnId="{DBACA85A-2F7D-4B61-ACB9-9CF453E890DE}">
      <dgm:prSet/>
      <dgm:spPr/>
      <dgm:t>
        <a:bodyPr/>
        <a:lstStyle/>
        <a:p>
          <a:endParaRPr lang="ru-RU"/>
        </a:p>
      </dgm:t>
    </dgm:pt>
    <dgm:pt modelId="{7F2E802B-B5FE-4AC2-BC1D-EFC38E494236}" type="sibTrans" cxnId="{DBACA85A-2F7D-4B61-ACB9-9CF453E890DE}">
      <dgm:prSet/>
      <dgm:spPr/>
      <dgm:t>
        <a:bodyPr/>
        <a:lstStyle/>
        <a:p>
          <a:endParaRPr lang="ru-RU"/>
        </a:p>
      </dgm:t>
    </dgm:pt>
    <dgm:pt modelId="{0F94AE7C-2216-4057-AADA-A6B4C7E0C751}">
      <dgm:prSet phldrT="[Текст]"/>
      <dgm:spPr/>
      <dgm:t>
        <a:bodyPr/>
        <a:lstStyle/>
        <a:p>
          <a:r>
            <a:rPr lang="ru-RU" dirty="0"/>
            <a:t>Интеграция с общей базой данных</a:t>
          </a:r>
        </a:p>
      </dgm:t>
    </dgm:pt>
    <dgm:pt modelId="{EAA01054-64DC-49C8-BB5A-1CF26D7801AC}" type="parTrans" cxnId="{38A455EB-1815-48AC-A06C-CE59A4B91259}">
      <dgm:prSet/>
      <dgm:spPr/>
      <dgm:t>
        <a:bodyPr/>
        <a:lstStyle/>
        <a:p>
          <a:endParaRPr lang="ru-RU"/>
        </a:p>
      </dgm:t>
    </dgm:pt>
    <dgm:pt modelId="{56E7BED8-8102-4B46-A5F4-51BA936E86A9}" type="sibTrans" cxnId="{38A455EB-1815-48AC-A06C-CE59A4B91259}">
      <dgm:prSet/>
      <dgm:spPr/>
      <dgm:t>
        <a:bodyPr/>
        <a:lstStyle/>
        <a:p>
          <a:endParaRPr lang="ru-RU"/>
        </a:p>
      </dgm:t>
    </dgm:pt>
    <dgm:pt modelId="{C076E7CD-DE72-40A9-B02D-BB0144FFDDF4}">
      <dgm:prSet phldrT="[Текст]"/>
      <dgm:spPr/>
      <dgm:t>
        <a:bodyPr/>
        <a:lstStyle/>
        <a:p>
          <a:r>
            <a:rPr lang="ru-RU" dirty="0"/>
            <a:t>Анализ области</a:t>
          </a:r>
        </a:p>
      </dgm:t>
    </dgm:pt>
    <dgm:pt modelId="{D2A83FA3-FBF2-4C6D-B4F1-DD6903B25802}" type="sibTrans" cxnId="{4135D8EC-5968-4101-940B-AF13588704DA}">
      <dgm:prSet/>
      <dgm:spPr/>
      <dgm:t>
        <a:bodyPr/>
        <a:lstStyle/>
        <a:p>
          <a:endParaRPr lang="ru-RU"/>
        </a:p>
      </dgm:t>
    </dgm:pt>
    <dgm:pt modelId="{AC932AC5-7C10-405E-BB32-B9E25BF0A2B5}" type="parTrans" cxnId="{4135D8EC-5968-4101-940B-AF13588704DA}">
      <dgm:prSet/>
      <dgm:spPr/>
      <dgm:t>
        <a:bodyPr/>
        <a:lstStyle/>
        <a:p>
          <a:endParaRPr lang="ru-RU"/>
        </a:p>
      </dgm:t>
    </dgm:pt>
    <dgm:pt modelId="{85787537-91B5-457C-9C83-27F4695A2943}">
      <dgm:prSet phldrT="[Текст]"/>
      <dgm:spPr/>
      <dgm:t>
        <a:bodyPr/>
        <a:lstStyle/>
        <a:p>
          <a:r>
            <a:rPr lang="ru-RU" dirty="0"/>
            <a:t>Создание базы данных</a:t>
          </a:r>
        </a:p>
      </dgm:t>
    </dgm:pt>
    <dgm:pt modelId="{BF7256F3-DF44-47B3-8B29-F4F51DB7702F}" type="parTrans" cxnId="{5DDE72F6-3C2F-434C-A9FB-C914E3BB699F}">
      <dgm:prSet/>
      <dgm:spPr/>
      <dgm:t>
        <a:bodyPr/>
        <a:lstStyle/>
        <a:p>
          <a:endParaRPr lang="ru-RU"/>
        </a:p>
      </dgm:t>
    </dgm:pt>
    <dgm:pt modelId="{E5C17F59-63C1-40AD-8BB0-A395E1F1A5B7}" type="sibTrans" cxnId="{5DDE72F6-3C2F-434C-A9FB-C914E3BB699F}">
      <dgm:prSet/>
      <dgm:spPr/>
      <dgm:t>
        <a:bodyPr/>
        <a:lstStyle/>
        <a:p>
          <a:endParaRPr lang="ru-RU"/>
        </a:p>
      </dgm:t>
    </dgm:pt>
    <dgm:pt modelId="{C3ECCD98-2E9B-4BE3-B65D-E2C5DE3751B7}">
      <dgm:prSet phldrT="[Текст]"/>
      <dgm:spPr/>
      <dgm:t>
        <a:bodyPr/>
        <a:lstStyle/>
        <a:p>
          <a:r>
            <a:rPr lang="ru-RU" dirty="0"/>
            <a:t>Реализация системы регистрации</a:t>
          </a:r>
        </a:p>
      </dgm:t>
    </dgm:pt>
    <dgm:pt modelId="{857D26AB-E4AF-4D0E-BD2D-7885BE8D008E}" type="parTrans" cxnId="{653162D4-EA29-4AC0-A15D-E389E0D6B7B8}">
      <dgm:prSet/>
      <dgm:spPr/>
      <dgm:t>
        <a:bodyPr/>
        <a:lstStyle/>
        <a:p>
          <a:endParaRPr lang="ru-RU"/>
        </a:p>
      </dgm:t>
    </dgm:pt>
    <dgm:pt modelId="{FE912FEA-0016-4500-9A87-C2C357ACE7B4}" type="sibTrans" cxnId="{653162D4-EA29-4AC0-A15D-E389E0D6B7B8}">
      <dgm:prSet/>
      <dgm:spPr/>
      <dgm:t>
        <a:bodyPr/>
        <a:lstStyle/>
        <a:p>
          <a:endParaRPr lang="ru-RU"/>
        </a:p>
      </dgm:t>
    </dgm:pt>
    <dgm:pt modelId="{2BE18572-017B-4CC6-A5C0-755A95F9EA97}">
      <dgm:prSet phldrT="[Текст]"/>
      <dgm:spPr/>
      <dgm:t>
        <a:bodyPr/>
        <a:lstStyle/>
        <a:p>
          <a:r>
            <a:rPr lang="ru-RU" dirty="0"/>
            <a:t>Создание </a:t>
          </a:r>
          <a:r>
            <a:rPr lang="en-US" dirty="0"/>
            <a:t>API</a:t>
          </a:r>
          <a:endParaRPr lang="ru-RU" dirty="0"/>
        </a:p>
      </dgm:t>
    </dgm:pt>
    <dgm:pt modelId="{27458745-CB7A-4EDA-9ABE-1E8B6F25DFCA}" type="parTrans" cxnId="{C4BF29F6-9A6F-4E78-B950-14525AD78000}">
      <dgm:prSet/>
      <dgm:spPr/>
      <dgm:t>
        <a:bodyPr/>
        <a:lstStyle/>
        <a:p>
          <a:endParaRPr lang="ru-RU"/>
        </a:p>
      </dgm:t>
    </dgm:pt>
    <dgm:pt modelId="{0B0719DD-12E2-40CD-A5F8-2A12F17AD426}" type="sibTrans" cxnId="{C4BF29F6-9A6F-4E78-B950-14525AD78000}">
      <dgm:prSet/>
      <dgm:spPr/>
      <dgm:t>
        <a:bodyPr/>
        <a:lstStyle/>
        <a:p>
          <a:endParaRPr lang="ru-RU"/>
        </a:p>
      </dgm:t>
    </dgm:pt>
    <dgm:pt modelId="{0321040F-F0E4-4D3E-A478-80E1E8049FDF}">
      <dgm:prSet phldrT="[Текст]"/>
      <dgm:spPr/>
      <dgm:t>
        <a:bodyPr/>
        <a:lstStyle/>
        <a:p>
          <a:r>
            <a:rPr lang="ru-RU" dirty="0"/>
            <a:t>Разработка панели администратора</a:t>
          </a:r>
        </a:p>
      </dgm:t>
    </dgm:pt>
    <dgm:pt modelId="{CDED1E02-431C-4D90-82C9-0D15D34AFA6F}" type="parTrans" cxnId="{E86C9D42-B3D8-425B-81AE-9C59BBBDB3DA}">
      <dgm:prSet/>
      <dgm:spPr/>
      <dgm:t>
        <a:bodyPr/>
        <a:lstStyle/>
        <a:p>
          <a:endParaRPr lang="ru-RU"/>
        </a:p>
      </dgm:t>
    </dgm:pt>
    <dgm:pt modelId="{39F8269C-C290-4595-8F35-D0FEDE353558}" type="sibTrans" cxnId="{E86C9D42-B3D8-425B-81AE-9C59BBBDB3DA}">
      <dgm:prSet/>
      <dgm:spPr/>
      <dgm:t>
        <a:bodyPr/>
        <a:lstStyle/>
        <a:p>
          <a:endParaRPr lang="ru-RU"/>
        </a:p>
      </dgm:t>
    </dgm:pt>
    <dgm:pt modelId="{C1307A71-3E77-4ABB-8737-64E7C493BB91}">
      <dgm:prSet phldrT="[Текст]"/>
      <dgm:spPr/>
      <dgm:t>
        <a:bodyPr/>
        <a:lstStyle/>
        <a:p>
          <a:r>
            <a:rPr lang="ru-RU" dirty="0"/>
            <a:t>Добавление команд</a:t>
          </a:r>
        </a:p>
      </dgm:t>
    </dgm:pt>
    <dgm:pt modelId="{D60E2277-B2F3-4CB6-ADA2-12BCB47CD1E0}" type="parTrans" cxnId="{174F8750-3F4B-4F36-A12E-C341FF54A549}">
      <dgm:prSet/>
      <dgm:spPr/>
      <dgm:t>
        <a:bodyPr/>
        <a:lstStyle/>
        <a:p>
          <a:endParaRPr lang="ru-RU"/>
        </a:p>
      </dgm:t>
    </dgm:pt>
    <dgm:pt modelId="{A5F58074-F6C3-44DB-81D4-0F09DF3B28C3}" type="sibTrans" cxnId="{174F8750-3F4B-4F36-A12E-C341FF54A549}">
      <dgm:prSet/>
      <dgm:spPr/>
      <dgm:t>
        <a:bodyPr/>
        <a:lstStyle/>
        <a:p>
          <a:endParaRPr lang="ru-RU"/>
        </a:p>
      </dgm:t>
    </dgm:pt>
    <dgm:pt modelId="{FA875D33-6294-4415-8BF0-93F9C639C018}" type="pres">
      <dgm:prSet presAssocID="{48E39E26-4498-4D66-9ACE-D147A05BBA18}" presName="linear" presStyleCnt="0">
        <dgm:presLayoutVars>
          <dgm:animLvl val="lvl"/>
          <dgm:resizeHandles val="exact"/>
        </dgm:presLayoutVars>
      </dgm:prSet>
      <dgm:spPr/>
    </dgm:pt>
    <dgm:pt modelId="{8A0D57C4-41B0-42B4-965F-0892EEC3EC24}" type="pres">
      <dgm:prSet presAssocID="{B890F178-2207-4E77-941A-BA9290FC91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542FB99-3407-4F2D-9C93-035C8035B143}" type="pres">
      <dgm:prSet presAssocID="{B890F178-2207-4E77-941A-BA9290FC9135}" presName="childText" presStyleLbl="revTx" presStyleIdx="0" presStyleCnt="4">
        <dgm:presLayoutVars>
          <dgm:bulletEnabled val="1"/>
        </dgm:presLayoutVars>
      </dgm:prSet>
      <dgm:spPr/>
    </dgm:pt>
    <dgm:pt modelId="{5E1554EA-31D7-4820-A418-76BE800A2643}" type="pres">
      <dgm:prSet presAssocID="{CBB83EAD-CF02-4DB1-9C37-A8A0F2124D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582F5B-AAE7-4A33-A120-6884B84CE253}" type="pres">
      <dgm:prSet presAssocID="{CBB83EAD-CF02-4DB1-9C37-A8A0F2124D78}" presName="childText" presStyleLbl="revTx" presStyleIdx="1" presStyleCnt="4">
        <dgm:presLayoutVars>
          <dgm:bulletEnabled val="1"/>
        </dgm:presLayoutVars>
      </dgm:prSet>
      <dgm:spPr/>
    </dgm:pt>
    <dgm:pt modelId="{855E81DD-AD3D-4E21-AA22-FAF1C29CEC76}" type="pres">
      <dgm:prSet presAssocID="{177A6A29-B5CF-45FB-9989-8C6BC6E3368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2E65CF-C064-4E46-8A2A-ECFB31624F7F}" type="pres">
      <dgm:prSet presAssocID="{177A6A29-B5CF-45FB-9989-8C6BC6E3368A}" presName="childText" presStyleLbl="revTx" presStyleIdx="2" presStyleCnt="4">
        <dgm:presLayoutVars>
          <dgm:bulletEnabled val="1"/>
        </dgm:presLayoutVars>
      </dgm:prSet>
      <dgm:spPr/>
    </dgm:pt>
    <dgm:pt modelId="{D931C4D6-FE99-48F0-8614-A2DFC2C85A61}" type="pres">
      <dgm:prSet presAssocID="{D2DBF182-73DE-4890-990C-47A7E2DD3D1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6220788-0FB0-4C54-975C-54A6DBFBD183}" type="pres">
      <dgm:prSet presAssocID="{D2DBF182-73DE-4890-990C-47A7E2DD3D1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AAC11A0D-2A5B-4F2A-9EA0-26C63786B8B1}" type="presOf" srcId="{A95449E9-8760-4361-9459-04FCEEB1A875}" destId="{3542FB99-3407-4F2D-9C93-035C8035B143}" srcOrd="0" destOrd="1" presId="urn:microsoft.com/office/officeart/2005/8/layout/vList2"/>
    <dgm:cxn modelId="{D0BCEC25-C965-44D7-B674-195079B7FBA4}" type="presOf" srcId="{CBB83EAD-CF02-4DB1-9C37-A8A0F2124D78}" destId="{5E1554EA-31D7-4820-A418-76BE800A2643}" srcOrd="0" destOrd="0" presId="urn:microsoft.com/office/officeart/2005/8/layout/vList2"/>
    <dgm:cxn modelId="{8FB6602F-67DF-4A40-8948-D05186E598B4}" type="presOf" srcId="{D2DBF182-73DE-4890-990C-47A7E2DD3D1C}" destId="{D931C4D6-FE99-48F0-8614-A2DFC2C85A61}" srcOrd="0" destOrd="0" presId="urn:microsoft.com/office/officeart/2005/8/layout/vList2"/>
    <dgm:cxn modelId="{CDFEA63F-2876-4610-86FB-3A6E692FCED2}" srcId="{177A6A29-B5CF-45FB-9989-8C6BC6E3368A}" destId="{7F3C21C0-0039-407A-8293-B92BBA6F369E}" srcOrd="0" destOrd="0" parTransId="{F9224E6B-E96C-47C1-8AC6-BC54B4398425}" sibTransId="{2DA181AA-1401-41FA-91F4-13B664F31F3B}"/>
    <dgm:cxn modelId="{6A60AF5C-24F2-4E52-9C78-259D52E654A5}" type="presOf" srcId="{EE7CA6B5-C50F-401F-953E-C9C5E4AC03EA}" destId="{01582F5B-AAE7-4A33-A120-6884B84CE253}" srcOrd="0" destOrd="1" presId="urn:microsoft.com/office/officeart/2005/8/layout/vList2"/>
    <dgm:cxn modelId="{192F495E-55CE-4C50-8EB5-2677D1C0DC7F}" type="presOf" srcId="{B890F178-2207-4E77-941A-BA9290FC9135}" destId="{8A0D57C4-41B0-42B4-965F-0892EEC3EC24}" srcOrd="0" destOrd="0" presId="urn:microsoft.com/office/officeart/2005/8/layout/vList2"/>
    <dgm:cxn modelId="{E86C9D42-B3D8-425B-81AE-9C59BBBDB3DA}" srcId="{177A6A29-B5CF-45FB-9989-8C6BC6E3368A}" destId="{0321040F-F0E4-4D3E-A478-80E1E8049FDF}" srcOrd="2" destOrd="0" parTransId="{CDED1E02-431C-4D90-82C9-0D15D34AFA6F}" sibTransId="{39F8269C-C290-4595-8F35-D0FEDE353558}"/>
    <dgm:cxn modelId="{0F32AC68-833A-4CA2-91E4-7E113EB2D182}" type="presOf" srcId="{2BE18572-017B-4CC6-A5C0-755A95F9EA97}" destId="{01582F5B-AAE7-4A33-A120-6884B84CE253}" srcOrd="0" destOrd="3" presId="urn:microsoft.com/office/officeart/2005/8/layout/vList2"/>
    <dgm:cxn modelId="{4728576A-7E06-499D-9109-D62DCF83189F}" srcId="{48E39E26-4498-4D66-9ACE-D147A05BBA18}" destId="{CBB83EAD-CF02-4DB1-9C37-A8A0F2124D78}" srcOrd="1" destOrd="0" parTransId="{2351BF96-9D81-46F0-8819-2CD9C3FF03C4}" sibTransId="{16069F65-4515-4EA8-8EAC-2B651BA33EE1}"/>
    <dgm:cxn modelId="{EE77074F-6A55-48C2-8967-7C208334E6DA}" type="presOf" srcId="{C3ECCD98-2E9B-4BE3-B65D-E2C5DE3751B7}" destId="{01582F5B-AAE7-4A33-A120-6884B84CE253}" srcOrd="0" destOrd="2" presId="urn:microsoft.com/office/officeart/2005/8/layout/vList2"/>
    <dgm:cxn modelId="{174F8750-3F4B-4F36-A12E-C341FF54A549}" srcId="{D2DBF182-73DE-4890-990C-47A7E2DD3D1C}" destId="{C1307A71-3E77-4ABB-8737-64E7C493BB91}" srcOrd="2" destOrd="0" parTransId="{D60E2277-B2F3-4CB6-ADA2-12BCB47CD1E0}" sibTransId="{A5F58074-F6C3-44DB-81D4-0F09DF3B28C3}"/>
    <dgm:cxn modelId="{DBACA85A-2F7D-4B61-ACB9-9CF453E890DE}" srcId="{177A6A29-B5CF-45FB-9989-8C6BC6E3368A}" destId="{90F47B81-59E8-4CFC-A644-3F6948FB51A4}" srcOrd="1" destOrd="0" parTransId="{EEF64EEF-3BA0-40CE-A9C3-4A361941A090}" sibTransId="{7F2E802B-B5FE-4AC2-BC1D-EFC38E494236}"/>
    <dgm:cxn modelId="{3630387F-ACA1-453E-81A1-604008138BAB}" type="presOf" srcId="{90F47B81-59E8-4CFC-A644-3F6948FB51A4}" destId="{F62E65CF-C064-4E46-8A2A-ECFB31624F7F}" srcOrd="0" destOrd="1" presId="urn:microsoft.com/office/officeart/2005/8/layout/vList2"/>
    <dgm:cxn modelId="{A390957F-2246-49FE-8BC6-603A00E00CE2}" type="presOf" srcId="{48E39E26-4498-4D66-9ACE-D147A05BBA18}" destId="{FA875D33-6294-4415-8BF0-93F9C639C018}" srcOrd="0" destOrd="0" presId="urn:microsoft.com/office/officeart/2005/8/layout/vList2"/>
    <dgm:cxn modelId="{816AB191-E055-49B5-9954-C68D23FBDE8E}" type="presOf" srcId="{C076E7CD-DE72-40A9-B02D-BB0144FFDDF4}" destId="{3542FB99-3407-4F2D-9C93-035C8035B143}" srcOrd="0" destOrd="0" presId="urn:microsoft.com/office/officeart/2005/8/layout/vList2"/>
    <dgm:cxn modelId="{B6111C9D-5742-40E2-A429-EFAA79BD3281}" type="presOf" srcId="{177A6A29-B5CF-45FB-9989-8C6BC6E3368A}" destId="{855E81DD-AD3D-4E21-AA22-FAF1C29CEC76}" srcOrd="0" destOrd="0" presId="urn:microsoft.com/office/officeart/2005/8/layout/vList2"/>
    <dgm:cxn modelId="{552D66A5-C300-4B9D-A713-15BF7C1B0081}" type="presOf" srcId="{85787537-91B5-457C-9C83-27F4695A2943}" destId="{3542FB99-3407-4F2D-9C93-035C8035B143}" srcOrd="0" destOrd="2" presId="urn:microsoft.com/office/officeart/2005/8/layout/vList2"/>
    <dgm:cxn modelId="{A976C9AA-36FB-4AB0-94C7-93EE90CD7D2D}" srcId="{D2DBF182-73DE-4890-990C-47A7E2DD3D1C}" destId="{DC3D0DD9-E455-435C-89FB-A6541E2D47E9}" srcOrd="0" destOrd="0" parTransId="{966C5567-0020-44F7-97C2-1A6179375B6B}" sibTransId="{D659FEC6-6DA6-4008-8F8D-8F19E98A91CF}"/>
    <dgm:cxn modelId="{711C5AB1-BA62-4BB3-BD2D-40334E8E440D}" srcId="{B890F178-2207-4E77-941A-BA9290FC9135}" destId="{A95449E9-8760-4361-9459-04FCEEB1A875}" srcOrd="1" destOrd="0" parTransId="{B87F7129-0E54-4198-B056-928BF7D0CB40}" sibTransId="{E73B632B-BB4E-4E02-AE00-DB675980FDF7}"/>
    <dgm:cxn modelId="{B18C44B3-53EC-4A69-8008-DAA1C99E4F43}" srcId="{48E39E26-4498-4D66-9ACE-D147A05BBA18}" destId="{177A6A29-B5CF-45FB-9989-8C6BC6E3368A}" srcOrd="2" destOrd="0" parTransId="{163D27F8-1867-4A18-9370-7F5A5E62C16D}" sibTransId="{AF36CDCC-EA78-4FC4-BF42-6847A696C3B7}"/>
    <dgm:cxn modelId="{6A25BAB3-B8F3-46DC-AFAA-FF5AECACB4E9}" srcId="{48E39E26-4498-4D66-9ACE-D147A05BBA18}" destId="{D2DBF182-73DE-4890-990C-47A7E2DD3D1C}" srcOrd="3" destOrd="0" parTransId="{2D6ABC2F-289E-470F-950D-D6FAFBB615C7}" sibTransId="{B1DB4936-DDBB-4CB4-8995-1700BA9A0629}"/>
    <dgm:cxn modelId="{3A2500BD-9CD5-4C1C-992B-46CDD3CE74BA}" type="presOf" srcId="{0321040F-F0E4-4D3E-A478-80E1E8049FDF}" destId="{F62E65CF-C064-4E46-8A2A-ECFB31624F7F}" srcOrd="0" destOrd="2" presId="urn:microsoft.com/office/officeart/2005/8/layout/vList2"/>
    <dgm:cxn modelId="{B8E91CC3-2075-4B10-A8A8-3ED51828AAC5}" srcId="{CBB83EAD-CF02-4DB1-9C37-A8A0F2124D78}" destId="{EE7CA6B5-C50F-401F-953E-C9C5E4AC03EA}" srcOrd="1" destOrd="0" parTransId="{44069ECB-1EF0-494E-9F95-832FE84505E9}" sibTransId="{27B9AEC0-C063-45FB-9DD3-61621AE572CE}"/>
    <dgm:cxn modelId="{291F65C8-2C95-44C2-B5B3-61AB2AF4C061}" type="presOf" srcId="{7F3C21C0-0039-407A-8293-B92BBA6F369E}" destId="{F62E65CF-C064-4E46-8A2A-ECFB31624F7F}" srcOrd="0" destOrd="0" presId="urn:microsoft.com/office/officeart/2005/8/layout/vList2"/>
    <dgm:cxn modelId="{F05B04D2-90FB-44BD-88C1-FFE04BA6D884}" srcId="{48E39E26-4498-4D66-9ACE-D147A05BBA18}" destId="{B890F178-2207-4E77-941A-BA9290FC9135}" srcOrd="0" destOrd="0" parTransId="{12FB196E-507C-44AD-8284-AD02ABE0B653}" sibTransId="{2F05576B-D3E1-4CA2-BA6A-56121E80F8BA}"/>
    <dgm:cxn modelId="{3501D7D2-638E-4D81-AC47-E9AF7A97C90A}" type="presOf" srcId="{DC2E4A70-4962-4810-AEB2-610360114E91}" destId="{01582F5B-AAE7-4A33-A120-6884B84CE253}" srcOrd="0" destOrd="0" presId="urn:microsoft.com/office/officeart/2005/8/layout/vList2"/>
    <dgm:cxn modelId="{653162D4-EA29-4AC0-A15D-E389E0D6B7B8}" srcId="{CBB83EAD-CF02-4DB1-9C37-A8A0F2124D78}" destId="{C3ECCD98-2E9B-4BE3-B65D-E2C5DE3751B7}" srcOrd="2" destOrd="0" parTransId="{857D26AB-E4AF-4D0E-BD2D-7885BE8D008E}" sibTransId="{FE912FEA-0016-4500-9A87-C2C357ACE7B4}"/>
    <dgm:cxn modelId="{30271ED7-C921-448B-94D8-865689606FE7}" type="presOf" srcId="{C1307A71-3E77-4ABB-8737-64E7C493BB91}" destId="{E6220788-0FB0-4C54-975C-54A6DBFBD183}" srcOrd="0" destOrd="2" presId="urn:microsoft.com/office/officeart/2005/8/layout/vList2"/>
    <dgm:cxn modelId="{DD5F60DA-B649-4075-AB7F-D7920E639D9E}" type="presOf" srcId="{0F94AE7C-2216-4057-AADA-A6B4C7E0C751}" destId="{E6220788-0FB0-4C54-975C-54A6DBFBD183}" srcOrd="0" destOrd="1" presId="urn:microsoft.com/office/officeart/2005/8/layout/vList2"/>
    <dgm:cxn modelId="{38A455EB-1815-48AC-A06C-CE59A4B91259}" srcId="{D2DBF182-73DE-4890-990C-47A7E2DD3D1C}" destId="{0F94AE7C-2216-4057-AADA-A6B4C7E0C751}" srcOrd="1" destOrd="0" parTransId="{EAA01054-64DC-49C8-BB5A-1CF26D7801AC}" sibTransId="{56E7BED8-8102-4B46-A5F4-51BA936E86A9}"/>
    <dgm:cxn modelId="{4135D8EC-5968-4101-940B-AF13588704DA}" srcId="{B890F178-2207-4E77-941A-BA9290FC9135}" destId="{C076E7CD-DE72-40A9-B02D-BB0144FFDDF4}" srcOrd="0" destOrd="0" parTransId="{AC932AC5-7C10-405E-BB32-B9E25BF0A2B5}" sibTransId="{D2A83FA3-FBF2-4C6D-B4F1-DD6903B25802}"/>
    <dgm:cxn modelId="{EC30E7F1-C4E5-42DD-BCA2-80B50C97041E}" type="presOf" srcId="{DC3D0DD9-E455-435C-89FB-A6541E2D47E9}" destId="{E6220788-0FB0-4C54-975C-54A6DBFBD183}" srcOrd="0" destOrd="0" presId="urn:microsoft.com/office/officeart/2005/8/layout/vList2"/>
    <dgm:cxn modelId="{C4BF29F6-9A6F-4E78-B950-14525AD78000}" srcId="{CBB83EAD-CF02-4DB1-9C37-A8A0F2124D78}" destId="{2BE18572-017B-4CC6-A5C0-755A95F9EA97}" srcOrd="3" destOrd="0" parTransId="{27458745-CB7A-4EDA-9ABE-1E8B6F25DFCA}" sibTransId="{0B0719DD-12E2-40CD-A5F8-2A12F17AD426}"/>
    <dgm:cxn modelId="{5DDE72F6-3C2F-434C-A9FB-C914E3BB699F}" srcId="{B890F178-2207-4E77-941A-BA9290FC9135}" destId="{85787537-91B5-457C-9C83-27F4695A2943}" srcOrd="2" destOrd="0" parTransId="{BF7256F3-DF44-47B3-8B29-F4F51DB7702F}" sibTransId="{E5C17F59-63C1-40AD-8BB0-A395E1F1A5B7}"/>
    <dgm:cxn modelId="{23596AF7-C408-45DC-9FEB-60E73E9BF08B}" srcId="{CBB83EAD-CF02-4DB1-9C37-A8A0F2124D78}" destId="{DC2E4A70-4962-4810-AEB2-610360114E91}" srcOrd="0" destOrd="0" parTransId="{D5515433-54A7-4AE0-89B0-DE14EBCD393D}" sibTransId="{CBE252F0-BDF2-4652-B4A5-E8E0A5BDCD9E}"/>
    <dgm:cxn modelId="{16FBD6FF-F825-48BD-9BE7-BD9CB36CBA41}" type="presParOf" srcId="{FA875D33-6294-4415-8BF0-93F9C639C018}" destId="{8A0D57C4-41B0-42B4-965F-0892EEC3EC24}" srcOrd="0" destOrd="0" presId="urn:microsoft.com/office/officeart/2005/8/layout/vList2"/>
    <dgm:cxn modelId="{4EBC5614-ADE0-4EEC-9B83-589752BE8676}" type="presParOf" srcId="{FA875D33-6294-4415-8BF0-93F9C639C018}" destId="{3542FB99-3407-4F2D-9C93-035C8035B143}" srcOrd="1" destOrd="0" presId="urn:microsoft.com/office/officeart/2005/8/layout/vList2"/>
    <dgm:cxn modelId="{11B396B0-1DF2-48D1-A05B-B22453D834F5}" type="presParOf" srcId="{FA875D33-6294-4415-8BF0-93F9C639C018}" destId="{5E1554EA-31D7-4820-A418-76BE800A2643}" srcOrd="2" destOrd="0" presId="urn:microsoft.com/office/officeart/2005/8/layout/vList2"/>
    <dgm:cxn modelId="{CCFCCE16-B8A5-4998-B395-5A0709C2DF74}" type="presParOf" srcId="{FA875D33-6294-4415-8BF0-93F9C639C018}" destId="{01582F5B-AAE7-4A33-A120-6884B84CE253}" srcOrd="3" destOrd="0" presId="urn:microsoft.com/office/officeart/2005/8/layout/vList2"/>
    <dgm:cxn modelId="{09C00EC6-C3E8-4889-B9E1-CC73CF199279}" type="presParOf" srcId="{FA875D33-6294-4415-8BF0-93F9C639C018}" destId="{855E81DD-AD3D-4E21-AA22-FAF1C29CEC76}" srcOrd="4" destOrd="0" presId="urn:microsoft.com/office/officeart/2005/8/layout/vList2"/>
    <dgm:cxn modelId="{D4E5B721-C825-49AA-97F9-32512A02FC07}" type="presParOf" srcId="{FA875D33-6294-4415-8BF0-93F9C639C018}" destId="{F62E65CF-C064-4E46-8A2A-ECFB31624F7F}" srcOrd="5" destOrd="0" presId="urn:microsoft.com/office/officeart/2005/8/layout/vList2"/>
    <dgm:cxn modelId="{F2C18090-5316-4BF6-8D55-4B5319E41576}" type="presParOf" srcId="{FA875D33-6294-4415-8BF0-93F9C639C018}" destId="{D931C4D6-FE99-48F0-8614-A2DFC2C85A61}" srcOrd="6" destOrd="0" presId="urn:microsoft.com/office/officeart/2005/8/layout/vList2"/>
    <dgm:cxn modelId="{29AEAB63-7CC9-4C10-B2DE-3FC9A5BDBB60}" type="presParOf" srcId="{FA875D33-6294-4415-8BF0-93F9C639C018}" destId="{E6220788-0FB0-4C54-975C-54A6DBFBD18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0D57C4-41B0-42B4-965F-0892EEC3EC24}">
      <dsp:nvSpPr>
        <dsp:cNvPr id="0" name=""/>
        <dsp:cNvSpPr/>
      </dsp:nvSpPr>
      <dsp:spPr>
        <a:xfrm>
          <a:off x="0" y="92527"/>
          <a:ext cx="10515599" cy="41769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Проектирование</a:t>
          </a:r>
        </a:p>
      </dsp:txBody>
      <dsp:txXfrm>
        <a:off x="20390" y="112917"/>
        <a:ext cx="10474819" cy="376910"/>
      </dsp:txXfrm>
    </dsp:sp>
    <dsp:sp modelId="{3542FB99-3407-4F2D-9C93-035C8035B143}">
      <dsp:nvSpPr>
        <dsp:cNvPr id="0" name=""/>
        <dsp:cNvSpPr/>
      </dsp:nvSpPr>
      <dsp:spPr>
        <a:xfrm>
          <a:off x="0" y="510217"/>
          <a:ext cx="10515599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Анализ области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Создание архитектуры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Создание базы данных</a:t>
          </a:r>
        </a:p>
      </dsp:txBody>
      <dsp:txXfrm>
        <a:off x="0" y="510217"/>
        <a:ext cx="10515599" cy="686204"/>
      </dsp:txXfrm>
    </dsp:sp>
    <dsp:sp modelId="{5E1554EA-31D7-4820-A418-76BE800A2643}">
      <dsp:nvSpPr>
        <dsp:cNvPr id="0" name=""/>
        <dsp:cNvSpPr/>
      </dsp:nvSpPr>
      <dsp:spPr>
        <a:xfrm>
          <a:off x="0" y="1196422"/>
          <a:ext cx="10515599" cy="41769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Backend </a:t>
          </a:r>
          <a:r>
            <a:rPr lang="ru-RU" sz="1700" kern="1200" dirty="0"/>
            <a:t>разработка</a:t>
          </a:r>
        </a:p>
      </dsp:txBody>
      <dsp:txXfrm>
        <a:off x="20390" y="1216812"/>
        <a:ext cx="10474819" cy="376910"/>
      </dsp:txXfrm>
    </dsp:sp>
    <dsp:sp modelId="{01582F5B-AAE7-4A33-A120-6884B84CE253}">
      <dsp:nvSpPr>
        <dsp:cNvPr id="0" name=""/>
        <dsp:cNvSpPr/>
      </dsp:nvSpPr>
      <dsp:spPr>
        <a:xfrm>
          <a:off x="0" y="1614112"/>
          <a:ext cx="10515599" cy="897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Реализация и настройка </a:t>
          </a:r>
          <a:r>
            <a:rPr lang="en-US" sz="1300" kern="1200" dirty="0"/>
            <a:t>flask-</a:t>
          </a:r>
          <a:r>
            <a:rPr lang="ru-RU" sz="1300" kern="1200" dirty="0"/>
            <a:t>приложения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Создание моделей данных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Реализация системы регистрации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Создание </a:t>
          </a:r>
          <a:r>
            <a:rPr lang="en-US" sz="1300" kern="1200" dirty="0"/>
            <a:t>API</a:t>
          </a:r>
          <a:endParaRPr lang="ru-RU" sz="1300" kern="1200" dirty="0"/>
        </a:p>
      </dsp:txBody>
      <dsp:txXfrm>
        <a:off x="0" y="1614112"/>
        <a:ext cx="10515599" cy="897345"/>
      </dsp:txXfrm>
    </dsp:sp>
    <dsp:sp modelId="{855E81DD-AD3D-4E21-AA22-FAF1C29CEC76}">
      <dsp:nvSpPr>
        <dsp:cNvPr id="0" name=""/>
        <dsp:cNvSpPr/>
      </dsp:nvSpPr>
      <dsp:spPr>
        <a:xfrm>
          <a:off x="0" y="2511457"/>
          <a:ext cx="10515599" cy="41769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Frontend </a:t>
          </a:r>
          <a:r>
            <a:rPr lang="ru-RU" sz="1700" kern="1200" dirty="0"/>
            <a:t>разработка</a:t>
          </a:r>
        </a:p>
      </dsp:txBody>
      <dsp:txXfrm>
        <a:off x="20390" y="2531847"/>
        <a:ext cx="10474819" cy="376910"/>
      </dsp:txXfrm>
    </dsp:sp>
    <dsp:sp modelId="{F62E65CF-C064-4E46-8A2A-ECFB31624F7F}">
      <dsp:nvSpPr>
        <dsp:cNvPr id="0" name=""/>
        <dsp:cNvSpPr/>
      </dsp:nvSpPr>
      <dsp:spPr>
        <a:xfrm>
          <a:off x="0" y="2929147"/>
          <a:ext cx="10515599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Создание </a:t>
          </a:r>
          <a:r>
            <a:rPr lang="en-US" sz="1300" kern="1200" dirty="0"/>
            <a:t>HTML </a:t>
          </a:r>
          <a:r>
            <a:rPr lang="ru-RU" sz="1300" kern="1200" dirty="0"/>
            <a:t>шаблонов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Реализация форм записи и редактирования профиля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Разработка панели администратора</a:t>
          </a:r>
        </a:p>
      </dsp:txBody>
      <dsp:txXfrm>
        <a:off x="0" y="2929147"/>
        <a:ext cx="10515599" cy="686204"/>
      </dsp:txXfrm>
    </dsp:sp>
    <dsp:sp modelId="{D931C4D6-FE99-48F0-8614-A2DFC2C85A61}">
      <dsp:nvSpPr>
        <dsp:cNvPr id="0" name=""/>
        <dsp:cNvSpPr/>
      </dsp:nvSpPr>
      <dsp:spPr>
        <a:xfrm>
          <a:off x="0" y="3615352"/>
          <a:ext cx="10515599" cy="41769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Создание </a:t>
          </a:r>
          <a:r>
            <a:rPr lang="en-US" sz="1700" kern="1200" dirty="0"/>
            <a:t>Telegram</a:t>
          </a:r>
          <a:r>
            <a:rPr lang="ru-RU" sz="1700" kern="1200" dirty="0"/>
            <a:t>-бота</a:t>
          </a:r>
        </a:p>
      </dsp:txBody>
      <dsp:txXfrm>
        <a:off x="20390" y="3635742"/>
        <a:ext cx="10474819" cy="376910"/>
      </dsp:txXfrm>
    </dsp:sp>
    <dsp:sp modelId="{E6220788-0FB0-4C54-975C-54A6DBFBD183}">
      <dsp:nvSpPr>
        <dsp:cNvPr id="0" name=""/>
        <dsp:cNvSpPr/>
      </dsp:nvSpPr>
      <dsp:spPr>
        <a:xfrm>
          <a:off x="0" y="4033042"/>
          <a:ext cx="10515599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Реализация основы бота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Интеграция с общей базой данных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1300" kern="1200" dirty="0"/>
            <a:t>Добавление команд</a:t>
          </a:r>
        </a:p>
      </dsp:txBody>
      <dsp:txXfrm>
        <a:off x="0" y="4033042"/>
        <a:ext cx="10515599" cy="686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86F7D-418B-4898-B2E0-F2A681CCC3E0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7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A52AB1-6B3A-4E82-ABDB-C94ACE706EA6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EF6513-3703-4B60-AF39-E55BB778656E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639CED-23F1-4762-9CD6-ED80EBCBBFF9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ABC49-D1F5-4A06-8A34-B88D51401398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14A075-EABA-4596-AEFF-276C778CB2F5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262C9E-178B-48A5-A54A-B06065E1E754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786257-0B2B-4003-B155-F64EECF32D8C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AD8510-2E19-4FC5-9347-86618EEC928E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92095A-0ACA-4888-BB60-814C422A07B1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C40147-1285-4C9B-9837-B4B0FD6548D8}" type="slidenum">
              <a:rPr lang="ru-RU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mailto:StillerGames2007@gmail.com" TargetMode="External"/><Relationship Id="rId2" Type="http://schemas.openxmlformats.org/officeDocument/2006/relationships/hyperlink" Target="mailto:aeb27079@gmail.com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2481120"/>
            <a:ext cx="9143640" cy="93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Ю.Р.И.С.Т.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709920" y="3602160"/>
            <a:ext cx="5385600" cy="32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Проект выполнил(а):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Березин Александр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Таубинский Максим Александрович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Яндекс Лицей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Группа №_ Год 2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Рисунок 3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586520" y="0"/>
            <a:ext cx="1604880" cy="113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Подзаголовок 2"/>
          <p:cNvSpPr/>
          <p:nvPr/>
        </p:nvSpPr>
        <p:spPr>
          <a:xfrm>
            <a:off x="1562400" y="173160"/>
            <a:ext cx="9066600" cy="11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9999"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Федеральное государственное бюджетное образовательное учреждение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высшего образования «МИРЭА – Российский технологический университет»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Детский технопарк «Альтаир»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Подзаголовок 2"/>
          <p:cNvSpPr/>
          <p:nvPr/>
        </p:nvSpPr>
        <p:spPr>
          <a:xfrm>
            <a:off x="6095880" y="3429000"/>
            <a:ext cx="5385600" cy="32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Руководитель проекта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Преподаватель ДТ «Альтаир»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Борисов Артём Игоревич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Прямоугольник 6"/>
          <p:cNvSpPr/>
          <p:nvPr/>
        </p:nvSpPr>
        <p:spPr>
          <a:xfrm>
            <a:off x="6095880" y="3429000"/>
            <a:ext cx="6095520" cy="34286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6" name="Прямоугольник 7"/>
          <p:cNvSpPr/>
          <p:nvPr/>
        </p:nvSpPr>
        <p:spPr>
          <a:xfrm>
            <a:off x="0" y="3429000"/>
            <a:ext cx="6095520" cy="34286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67" name="Рисунок 9" descr="Изображение выглядит как эмблема, герб, символ, корона&#10;&#10;Контент, сгенерированный ИИ, может содержать ошибки."/>
          <p:cNvPicPr/>
          <p:nvPr/>
        </p:nvPicPr>
        <p:blipFill>
          <a:blip r:embed="rId3"/>
          <a:stretch/>
        </p:blipFill>
        <p:spPr>
          <a:xfrm>
            <a:off x="145800" y="127440"/>
            <a:ext cx="1026000" cy="113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Актуальность / Проблематика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Сейчас всё больше сфер переходит в онлайн-пространство. Сфера услуг не исключение. И в связи с этим появилось несколько проблем: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Сложность поиска юриста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Неэффективная запись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Отсутствие систематизации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just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Недостаток информации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Наш проект разработан с целью решения этих проблем.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0" name="Google Shape;91;p32"/>
          <p:cNvSpPr/>
          <p:nvPr/>
        </p:nvSpPr>
        <p:spPr>
          <a:xfrm>
            <a:off x="10559520" y="0"/>
            <a:ext cx="1048320" cy="354600"/>
          </a:xfrm>
          <a:prstGeom prst="rect">
            <a:avLst/>
          </a:prstGeom>
          <a:gradFill rotWithShape="0">
            <a:gsLst>
              <a:gs pos="0">
                <a:srgbClr val="4baade"/>
              </a:gs>
              <a:gs pos="50000">
                <a:srgbClr val="05a1de"/>
              </a:gs>
              <a:gs pos="100000">
                <a:srgbClr val="0092ca"/>
              </a:gs>
            </a:gsLst>
            <a:lin ang="5400000"/>
          </a:gradFill>
          <a:ln>
            <a:solidFill>
              <a:srgbClr val="0f9ed5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1" name="Google Shape;92;p32"/>
          <p:cNvSpPr/>
          <p:nvPr/>
        </p:nvSpPr>
        <p:spPr>
          <a:xfrm>
            <a:off x="10559520" y="29880"/>
            <a:ext cx="1048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3320">
              <a:lnSpc>
                <a:spcPct val="100000"/>
              </a:lnSpc>
            </a:pPr>
            <a:fld id="{77B23E9C-A85A-432C-9C07-ABC12C585E0A}" type="slidenum"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&lt;номер&gt;</a:t>
            </a:fld>
            <a:r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 /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2" descr="Picture background"/>
          <p:cNvPicPr/>
          <p:nvPr/>
        </p:nvPicPr>
        <p:blipFill>
          <a:blip r:embed="rId1"/>
          <a:stretch/>
        </p:blipFill>
        <p:spPr>
          <a:xfrm>
            <a:off x="5816160" y="3092040"/>
            <a:ext cx="4285800" cy="18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Цели и задачи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8080" y="1835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1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Цель проекта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Разработать веб-приложение и Telegram-бота для автоматизации записи на юридические консультации и упрощения взаимодействия между теми, кто ищет услугу и теми, кто эту услугу предоставляет.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1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Задачи проекта: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Создать базу данных для хранения информации о пользователях, юристах и записях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Реализовать систему регистрации и авторизации пользователей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Разработать веб-интерфейс для просмотра профилей юристов и записи на консультацию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Создать Telegram-бота для быстрой записи через мессенджер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Реализовать административную панель для управления записями и пользователями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  <a:tabLst>
                <a:tab algn="l" pos="0"/>
              </a:tabLst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Обеспечить отправку уведомлений и подтверждений записи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Google Shape;91;p32"/>
          <p:cNvSpPr/>
          <p:nvPr/>
        </p:nvSpPr>
        <p:spPr>
          <a:xfrm>
            <a:off x="10559520" y="0"/>
            <a:ext cx="1048320" cy="354600"/>
          </a:xfrm>
          <a:prstGeom prst="rect">
            <a:avLst/>
          </a:prstGeom>
          <a:gradFill rotWithShape="0">
            <a:gsLst>
              <a:gs pos="0">
                <a:srgbClr val="4baade"/>
              </a:gs>
              <a:gs pos="50000">
                <a:srgbClr val="05a1de"/>
              </a:gs>
              <a:gs pos="100000">
                <a:srgbClr val="0092ca"/>
              </a:gs>
            </a:gsLst>
            <a:lin ang="5400000"/>
          </a:gradFill>
          <a:ln>
            <a:solidFill>
              <a:srgbClr val="0f9ed5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76" name="Google Shape;92;p32"/>
          <p:cNvSpPr/>
          <p:nvPr/>
        </p:nvSpPr>
        <p:spPr>
          <a:xfrm>
            <a:off x="10559520" y="29880"/>
            <a:ext cx="1048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3320">
              <a:lnSpc>
                <a:spcPct val="100000"/>
              </a:lnSpc>
            </a:pPr>
            <a:fld id="{E4CCCDD1-3E04-45F1-A744-23EB75D69897}" type="slidenum"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&lt;номер&gt;</a:t>
            </a:fld>
            <a:r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 /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Используемое ПО и ресурсы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35640"/>
            <a:ext cx="50396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Используемое ПО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PyCharm </a:t>
            </a:r>
            <a:r>
              <a:rPr lang="ru-RU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 </a:t>
            </a: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VS code – </a:t>
            </a:r>
            <a:r>
              <a:rPr lang="ru-RU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среды разработки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i="1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Flask, Aiogram, SQLAlchemy</a:t>
            </a:r>
            <a:r>
              <a:rPr lang="ru-RU" sz="2000" b="0" i="1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 – библиотеки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just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000" b="0" i="1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SQLite – </a:t>
            </a:r>
            <a:r>
              <a:rPr lang="ru-RU" sz="2000" b="0" i="1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для регулирования базы данных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9" name="Google Shape;91;p32"/>
          <p:cNvSpPr/>
          <p:nvPr/>
        </p:nvSpPr>
        <p:spPr>
          <a:xfrm>
            <a:off x="10559520" y="0"/>
            <a:ext cx="1048320" cy="354600"/>
          </a:xfrm>
          <a:prstGeom prst="rect">
            <a:avLst/>
          </a:prstGeom>
          <a:gradFill rotWithShape="0">
            <a:gsLst>
              <a:gs pos="0">
                <a:srgbClr val="4baade"/>
              </a:gs>
              <a:gs pos="50000">
                <a:srgbClr val="05a1de"/>
              </a:gs>
              <a:gs pos="100000">
                <a:srgbClr val="0092ca"/>
              </a:gs>
            </a:gsLst>
            <a:lin ang="5400000"/>
          </a:gradFill>
          <a:ln>
            <a:solidFill>
              <a:srgbClr val="0f9ed5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0" name="Google Shape;92;p32"/>
          <p:cNvSpPr/>
          <p:nvPr/>
        </p:nvSpPr>
        <p:spPr>
          <a:xfrm>
            <a:off x="10559520" y="29880"/>
            <a:ext cx="1048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3320">
              <a:lnSpc>
                <a:spcPct val="100000"/>
              </a:lnSpc>
            </a:pPr>
            <a:fld id="{C169913B-89BF-4286-B20C-CCDE19581D4B}" type="slidenum"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&lt;номер&gt;</a:t>
            </a:fld>
            <a:r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 /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Объект 2"/>
          <p:cNvSpPr/>
          <p:nvPr/>
        </p:nvSpPr>
        <p:spPr>
          <a:xfrm>
            <a:off x="6313680" y="1835640"/>
            <a:ext cx="5039640" cy="43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Используемые ресурсы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Open-source </a:t>
            </a:r>
            <a:r>
              <a:rPr lang="ru-RU" sz="2000" b="0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ресурсы из интернета (такие как иконки, текстуры и т.д.)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Прямая соединительная линия 7"/>
          <p:cNvCxnSpPr>
            <a:stCxn id="77" idx="2"/>
          </p:cNvCxnSpPr>
          <p:nvPr/>
        </p:nvCxnSpPr>
        <p:spPr>
          <a:xfrm>
            <a:off x="6095520" y="1690200"/>
            <a:ext cx="720" cy="5168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83" name="Прямая соединительная линия 9"/>
          <p:cNvCxnSpPr/>
          <p:nvPr/>
        </p:nvCxnSpPr>
        <p:spPr>
          <a:xfrm>
            <a:off x="0" y="1690560"/>
            <a:ext cx="1219212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Методика</a:t>
            </a:r>
            <a:br>
              <a:rPr sz="4400"/>
            </a:b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выполнения работы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graphicFrame>
        <p:nvGraphicFramePr>
          <p:cNvPr id="85" name="Diagram1"/>
          <p:cNvGraphicFramePr/>
          <p:nvPr>
            <p:extLst>
              <p:ext uri="{D42A27DB-BD31-4B8C-83A1-F6EECF244321}">
                <p14:modId xmlns:p14="http://schemas.microsoft.com/office/powerpoint/2010/main" val="4217364720"/>
              </p:ext>
            </p:extLst>
          </p:nvPr>
        </p:nvGraphicFramePr>
        <p:xfrm>
          <a:off x="838080" y="1835640"/>
          <a:ext cx="10515240" cy="481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86" name="Google Shape;91;p32"/>
          <p:cNvSpPr/>
          <p:nvPr/>
        </p:nvSpPr>
        <p:spPr>
          <a:xfrm>
            <a:off x="10559520" y="0"/>
            <a:ext cx="1048320" cy="354600"/>
          </a:xfrm>
          <a:prstGeom prst="rect">
            <a:avLst/>
          </a:prstGeom>
          <a:gradFill rotWithShape="0">
            <a:gsLst>
              <a:gs pos="0">
                <a:srgbClr val="4baade"/>
              </a:gs>
              <a:gs pos="50000">
                <a:srgbClr val="05a1de"/>
              </a:gs>
              <a:gs pos="100000">
                <a:srgbClr val="0092ca"/>
              </a:gs>
            </a:gsLst>
            <a:lin ang="5400000"/>
          </a:gradFill>
          <a:ln>
            <a:solidFill>
              <a:srgbClr val="0f9ed5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87" name="Google Shape;92;p32"/>
          <p:cNvSpPr/>
          <p:nvPr/>
        </p:nvSpPr>
        <p:spPr>
          <a:xfrm>
            <a:off x="10559520" y="29880"/>
            <a:ext cx="1048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3320">
              <a:lnSpc>
                <a:spcPct val="100000"/>
              </a:lnSpc>
            </a:pPr>
            <a:fld id="{4670F59E-C8BF-492F-9944-1DF4ABEFF082}" type="slidenum"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&lt;номер&gt;</a:t>
            </a:fld>
            <a:r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 /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1148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Результаты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35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Основное окно при входе на сайт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" name="Google Shape;91;p32"/>
          <p:cNvSpPr/>
          <p:nvPr/>
        </p:nvSpPr>
        <p:spPr>
          <a:xfrm>
            <a:off x="10559520" y="0"/>
            <a:ext cx="1048320" cy="354600"/>
          </a:xfrm>
          <a:prstGeom prst="rect">
            <a:avLst/>
          </a:prstGeom>
          <a:gradFill rotWithShape="0">
            <a:gsLst>
              <a:gs pos="0">
                <a:srgbClr val="4baade"/>
              </a:gs>
              <a:gs pos="50000">
                <a:srgbClr val="05a1de"/>
              </a:gs>
              <a:gs pos="100000">
                <a:srgbClr val="0092ca"/>
              </a:gs>
            </a:gsLst>
            <a:lin ang="5400000"/>
          </a:gradFill>
          <a:ln>
            <a:solidFill>
              <a:srgbClr val="0f9ed5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1" name="Google Shape;92;p32"/>
          <p:cNvSpPr/>
          <p:nvPr/>
        </p:nvSpPr>
        <p:spPr>
          <a:xfrm>
            <a:off x="10559520" y="29880"/>
            <a:ext cx="1048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3320">
              <a:lnSpc>
                <a:spcPct val="100000"/>
              </a:lnSpc>
            </a:pPr>
            <a:fld id="{A1AEAA09-207E-4082-BF5E-979DF471C1AF}" type="slidenum"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&lt;номер&gt;</a:t>
            </a:fld>
            <a:r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 /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/>
          <p:cNvPicPr/>
          <p:nvPr/>
        </p:nvPicPr>
        <p:blipFill>
          <a:blip r:embed="rId1"/>
          <a:stretch/>
        </p:blipFill>
        <p:spPr>
          <a:xfrm>
            <a:off x="1388520" y="1285560"/>
            <a:ext cx="8640000" cy="420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1800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Результаты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35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Экран записи на прием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5" name="Google Shape;91;p32"/>
          <p:cNvSpPr/>
          <p:nvPr/>
        </p:nvSpPr>
        <p:spPr>
          <a:xfrm>
            <a:off x="10559520" y="0"/>
            <a:ext cx="1048320" cy="354600"/>
          </a:xfrm>
          <a:prstGeom prst="rect">
            <a:avLst/>
          </a:prstGeom>
          <a:gradFill rotWithShape="0">
            <a:gsLst>
              <a:gs pos="0">
                <a:srgbClr val="4baade"/>
              </a:gs>
              <a:gs pos="50000">
                <a:srgbClr val="05a1de"/>
              </a:gs>
              <a:gs pos="100000">
                <a:srgbClr val="0092ca"/>
              </a:gs>
            </a:gsLst>
            <a:lin ang="5400000"/>
          </a:gradFill>
          <a:ln>
            <a:solidFill>
              <a:srgbClr val="0f9ed5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6" name="Google Shape;92;p32"/>
          <p:cNvSpPr/>
          <p:nvPr/>
        </p:nvSpPr>
        <p:spPr>
          <a:xfrm>
            <a:off x="10559520" y="29880"/>
            <a:ext cx="1048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3320">
              <a:lnSpc>
                <a:spcPct val="100000"/>
              </a:lnSpc>
            </a:pPr>
            <a:fld id="{E940F34D-4657-4F39-8B4E-9B5A936BF411}" type="slidenum"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&lt;номер&gt;</a:t>
            </a:fld>
            <a:r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 /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1260000" y="1080000"/>
            <a:ext cx="9698760" cy="46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Выводы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35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</a:pPr>
            <a:r>
              <a:rPr lang="ru-RU" sz="2000" b="1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Достигнутые результаты: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Разработано веб-приложение для записи к юристам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Создан Telegram-бот для удобной мобильной записи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Реализована многоуровневая система авторизации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Обеспечена интеграция между веб-приложением и ботом через общую базу данных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</a:pPr>
            <a:r>
              <a:rPr lang="ru-RU" sz="2000" b="1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Перспективы развития: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Добавить онлайн-оплату консультаций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rial"/>
              <a:buChar char="•"/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Внедрить систему отзывов и рейтингов юристов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0" name="Google Shape;91;p32"/>
          <p:cNvSpPr/>
          <p:nvPr/>
        </p:nvSpPr>
        <p:spPr>
          <a:xfrm>
            <a:off x="10559520" y="0"/>
            <a:ext cx="1048320" cy="354600"/>
          </a:xfrm>
          <a:prstGeom prst="rect">
            <a:avLst/>
          </a:prstGeom>
          <a:gradFill rotWithShape="0">
            <a:gsLst>
              <a:gs pos="0">
                <a:srgbClr val="4baade"/>
              </a:gs>
              <a:gs pos="50000">
                <a:srgbClr val="05a1de"/>
              </a:gs>
              <a:gs pos="100000">
                <a:srgbClr val="0092ca"/>
              </a:gs>
            </a:gsLst>
            <a:lin ang="5400000"/>
          </a:gradFill>
          <a:ln>
            <a:solidFill>
              <a:srgbClr val="0f9ed5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1" name="Google Shape;92;p32"/>
          <p:cNvSpPr/>
          <p:nvPr/>
        </p:nvSpPr>
        <p:spPr>
          <a:xfrm>
            <a:off x="10559520" y="29880"/>
            <a:ext cx="1048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3320">
              <a:lnSpc>
                <a:spcPct val="100000"/>
              </a:lnSpc>
            </a:pPr>
            <a:fld id="{D1DC271E-C5B0-41A6-9248-08195F4E8126}" type="slidenum"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&lt;номер&gt;</a:t>
            </a:fld>
            <a:r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 /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Список использованных источников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3564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ptos Display"/>
              <a:buAutoNum type="arabicPeriod"/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Официальная документация </a:t>
            </a: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Flask — https://flask.palletsprojects.com/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ptos Display"/>
              <a:buAutoNum type="arabicPeriod"/>
            </a:pP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Документация </a:t>
            </a: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Aiogram — https://docs.aiogram.dev/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ptos Display"/>
              <a:buAutoNum type="arabicPeriod"/>
            </a:pP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SQLAlchemy Documentation — https://docs.sqlalchemy.org/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ptos Display"/>
              <a:buAutoNum type="arabicPeriod"/>
            </a:pP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Flask-Login Documentation — https://flask-login.readthedocs.io/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ptos Display"/>
              <a:buAutoNum type="arabicPeriod"/>
            </a:pP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Telegram Bot API — https://core.telegram.org/bots/api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ptos Display"/>
              <a:buAutoNum type="arabicPeriod"/>
            </a:pP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WTForms Documentation — https://wtforms.readthedocs.io/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ptos Display"/>
              <a:buAutoNum type="arabicPeriod"/>
            </a:pP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Python Documentation — https://docs.python.org/3/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d1d1f"/>
              </a:buClr>
              <a:buFont typeface="Aptos Display"/>
              <a:buAutoNum type="arabicPeriod"/>
            </a:pP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GitHub </a:t>
            </a: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репозитории </a:t>
            </a:r>
            <a:r>
              <a:rPr lang="en-US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open-source </a:t>
            </a:r>
            <a:r>
              <a:rPr lang="ru-RU" sz="2000" b="0" u="none" strike="noStrike">
                <a:solidFill>
                  <a:srgbClr val="1d1d1f"/>
                </a:solidFill>
                <a:effectLst/>
                <a:uFillTx/>
                <a:latin typeface="Aptos"/>
              </a:rPr>
              <a:t>проектов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4" name="Google Shape;91;p32"/>
          <p:cNvSpPr/>
          <p:nvPr/>
        </p:nvSpPr>
        <p:spPr>
          <a:xfrm>
            <a:off x="10559520" y="0"/>
            <a:ext cx="1048320" cy="354600"/>
          </a:xfrm>
          <a:prstGeom prst="rect">
            <a:avLst/>
          </a:prstGeom>
          <a:gradFill rotWithShape="0">
            <a:gsLst>
              <a:gs pos="0">
                <a:srgbClr val="4baade"/>
              </a:gs>
              <a:gs pos="50000">
                <a:srgbClr val="05a1de"/>
              </a:gs>
              <a:gs pos="100000">
                <a:srgbClr val="0092ca"/>
              </a:gs>
            </a:gsLst>
            <a:lin ang="5400000"/>
          </a:gradFill>
          <a:ln>
            <a:solidFill>
              <a:srgbClr val="0f9ed5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05" name="Google Shape;92;p32"/>
          <p:cNvSpPr/>
          <p:nvPr/>
        </p:nvSpPr>
        <p:spPr>
          <a:xfrm>
            <a:off x="10559520" y="29880"/>
            <a:ext cx="10483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3320">
              <a:lnSpc>
                <a:spcPct val="100000"/>
              </a:lnSpc>
            </a:pPr>
            <a:fld id="{B4A3E978-0B8B-4B6F-8478-88D225A31D9E}" type="slidenum"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&lt;номер&gt;</a:t>
            </a:fld>
            <a:r>
              <a:rPr lang="ru-RU" sz="1800" b="1" u="none" strike="noStrike">
                <a:solidFill>
                  <a:schemeClr val="lt2"/>
                </a:solidFill>
                <a:effectLst/>
                <a:uFillTx/>
                <a:latin typeface="Aptos"/>
              </a:rPr>
              <a:t> / 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523880" y="2728080"/>
            <a:ext cx="9143640" cy="96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Спасибо за внимание!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1523880" y="4129920"/>
            <a:ext cx="9143640" cy="246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Почта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1"/>
              </a:rPr>
              <a:t>StillerGames2007@gmail.com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Aptos"/>
                <a:hlinkClick r:id="rId2"/>
              </a:rPr>
              <a:t>aeb27079@gmail.com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Телеграм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@sanicha27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@StillerGames2007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Рисунок 3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06840" y="59040"/>
            <a:ext cx="3177720" cy="224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Application>LibreOffice/25.8.5.2$Windows_X86_64 LibreOffice_project/9c8b85f387cc00a89945a79c9e6239f32e450ac2</Application>
  <AppVersion>15.0000</AppVersion>
  <Words>597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2025-11-21T19:20:54Z</dcterms:created>
  <dc:creator>Артём борисов</dc:creator>
  <dc:description/>
  <dc:language>ru-RU</dc:language>
  <cp:lastModifiedBy/>
  <dcterms:modified xsi:type="dcterms:W3CDTF">2026-05-13T22:41:49Z</dcterms:modified>
  <cp:revision>15</cp:revision>
  <dc:subject/>
  <dc:title>Название проекта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